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9ECBE7-83C4-4F4D-A435-40C683486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1B9BD6E-7DFF-424A-A1FD-D592FBD4FF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8A5FE2-C835-4519-8C7C-57DAD8124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3509-819B-4774-ABEC-04D3BEFC5CCE}" type="datetimeFigureOut">
              <a:rPr kumimoji="1" lang="ja-JP" altLang="en-US" smtClean="0"/>
              <a:t>2021/3/25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F4B064-67F0-46ED-9A2E-D83EB5038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F5F978-6236-4810-8D52-00C562AFD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9606-C477-4B46-9562-4F3D456E04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247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834CAB-29E8-4367-9281-6FCF94EC6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2CF663-2EF0-4B05-9E9F-05781B982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836804-1EC2-4A67-BA67-EA91D26AA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3509-819B-4774-ABEC-04D3BEFC5CCE}" type="datetimeFigureOut">
              <a:rPr kumimoji="1" lang="ja-JP" altLang="en-US" smtClean="0"/>
              <a:t>2021/3/25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FA698E-395D-4A97-A8B1-A22D7CB88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84CE31-E686-4A02-B784-2B76EACE6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9606-C477-4B46-9562-4F3D456E04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7749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6A6050-BE9A-43EC-9C69-02FCE01A5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9651F5-800E-487E-91C3-8B0C9B048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4E8A6D-ABD7-4E64-A459-EA450B50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3509-819B-4774-ABEC-04D3BEFC5CCE}" type="datetimeFigureOut">
              <a:rPr kumimoji="1" lang="ja-JP" altLang="en-US" smtClean="0"/>
              <a:t>2021/3/25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43A7E4-168C-4D0B-A29E-21C0235E3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A0B345-D4F9-41F9-8AEF-263C32E48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9606-C477-4B46-9562-4F3D456E04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6936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8E12B0-E06A-4AED-BEE6-CB216A57D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256992-C985-4232-A939-E22B61637A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7123B4-11AA-477C-B5A3-1CD2E63AE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A4D623-7DBE-4C8D-B438-8749046FE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3509-819B-4774-ABEC-04D3BEFC5CCE}" type="datetimeFigureOut">
              <a:rPr kumimoji="1" lang="ja-JP" altLang="en-US" smtClean="0"/>
              <a:t>2021/3/25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05701F-57BC-4790-B368-775A5E1B5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4E4B182-9E5D-4664-B1BD-871DC97BE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9606-C477-4B46-9562-4F3D456E04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6664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8E0156-110E-491B-9C3F-01A5803E9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7D2752-2E19-4C60-945F-ACD842A07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8A683B-6ADB-4AB0-B6A1-319921FC0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3711385-C2CC-454F-9FCD-9539DEAE6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75898AD-0642-425F-82F0-CB1126A8EF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FAB9903-6B0A-4768-AFEB-6CF1B591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3509-819B-4774-ABEC-04D3BEFC5CCE}" type="datetimeFigureOut">
              <a:rPr kumimoji="1" lang="ja-JP" altLang="en-US" smtClean="0"/>
              <a:t>2021/3/25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925C548-6038-4038-A2A9-8E18661F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96386DB-5526-471F-A7DE-8077FA7D9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9606-C477-4B46-9562-4F3D456E04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1930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7B825-CE60-41D5-8DDC-71F00F012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5A84357-3580-4637-A2E6-0B32B048A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3509-819B-4774-ABEC-04D3BEFC5CCE}" type="datetimeFigureOut">
              <a:rPr kumimoji="1" lang="ja-JP" altLang="en-US" smtClean="0"/>
              <a:t>2021/3/25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B220999-EE72-445D-93C1-4772485FB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75DFD72-C767-472F-B427-326EC145D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9606-C477-4B46-9562-4F3D456E04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2469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DF53718-C87A-47BB-B651-C2A6C0031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3509-819B-4774-ABEC-04D3BEFC5CCE}" type="datetimeFigureOut">
              <a:rPr kumimoji="1" lang="ja-JP" altLang="en-US" smtClean="0"/>
              <a:t>2021/3/25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D0C1894-1620-46C1-A519-6FA94BED5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E1E9290-EA53-43CD-9B2B-C00D48014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9606-C477-4B46-9562-4F3D456E04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5688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D58374-B8C7-4BDD-B3BE-8C6F8125F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4EC474-2428-4BFC-916A-0E55642D7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5D44C7D-518E-4A21-988C-C8F9894A9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1198A2-1346-4552-B9F4-5157C62ED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3509-819B-4774-ABEC-04D3BEFC5CCE}" type="datetimeFigureOut">
              <a:rPr kumimoji="1" lang="ja-JP" altLang="en-US" smtClean="0"/>
              <a:t>2021/3/25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AAF8D7-74D1-410B-83CB-88F8F030C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360173-DA3F-442C-8E2E-2E2140B95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9606-C477-4B46-9562-4F3D456E04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4366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00E77B-EB12-4439-A30E-C809E3EEE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50DB13C-F32C-456D-8035-EC19F4E75D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9D09D92-34BC-4986-BC25-372E0223B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242280C-37D5-4C87-8387-6C5203B9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3509-819B-4774-ABEC-04D3BEFC5CCE}" type="datetimeFigureOut">
              <a:rPr kumimoji="1" lang="ja-JP" altLang="en-US" smtClean="0"/>
              <a:t>2021/3/25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99BC84-CBB0-441C-B325-93759FEC1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74D0B2-01BE-4797-9A85-280DDB736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9606-C477-4B46-9562-4F3D456E04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5044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2BC923-2A6D-458C-9C09-3AAC08BA9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2A557F0-3CC5-4454-BCE7-6164DB913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2594BF-8CD4-4843-AC56-18CC99E2A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3509-819B-4774-ABEC-04D3BEFC5CCE}" type="datetimeFigureOut">
              <a:rPr kumimoji="1" lang="ja-JP" altLang="en-US" smtClean="0"/>
              <a:t>2021/3/25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BFE6FF-67B8-4168-AA16-0ECE5E294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2A4F9C-99BD-47C9-AA04-F82C05F40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9606-C477-4B46-9562-4F3D456E04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1002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6D6C2F1-1D20-401C-BFC7-AFFC9527D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A20CFD-65FD-448B-BEC8-3EFED71E7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61B487-B4A2-4A73-A796-AC48C5B2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3509-819B-4774-ABEC-04D3BEFC5CCE}" type="datetimeFigureOut">
              <a:rPr kumimoji="1" lang="ja-JP" altLang="en-US" smtClean="0"/>
              <a:t>2021/3/25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F714B4-9CA6-4144-BDA6-CC66F0073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02FECC-7DD6-4822-9B6D-F42846721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F9606-C477-4B46-9562-4F3D456E04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537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ACBE755-61C0-40B3-AF18-84569491E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FDD8EA-2505-4430-A65F-B9FC262B5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2B379D-33A4-40A8-B10B-98629E6F4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53509-819B-4774-ABEC-04D3BEFC5CCE}" type="datetimeFigureOut">
              <a:rPr kumimoji="1" lang="ja-JP" altLang="en-US" smtClean="0"/>
              <a:t>2021/3/25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377964-20AF-4D78-86DB-050231D2B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F13A23-815F-490F-A957-FA76D970C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F9606-C477-4B46-9562-4F3D456E04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4476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991BBB-0B9E-4FBD-8748-3153F523E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OGR^2</a:t>
            </a:r>
            <a:br>
              <a:rPr kumimoji="1" lang="en-US" altLang="ja-JP" dirty="0"/>
            </a:br>
            <a:r>
              <a:rPr kumimoji="1" lang="ja-JP" altLang="en-US" dirty="0"/>
              <a:t>設計資料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BED93E7-60FE-4E80-974A-11A34E626A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東洋大学　情報連携学部</a:t>
            </a:r>
            <a:endParaRPr kumimoji="1" lang="en-US" altLang="ja-JP" dirty="0"/>
          </a:p>
          <a:p>
            <a:r>
              <a:rPr lang="ja-JP" altLang="en-US" dirty="0"/>
              <a:t>３年　エンジニアリングコース</a:t>
            </a:r>
            <a:endParaRPr lang="en-US" altLang="ja-JP" dirty="0"/>
          </a:p>
          <a:p>
            <a:r>
              <a:rPr kumimoji="1" lang="ja-JP" altLang="en-US" dirty="0"/>
              <a:t>松浦　拓哉</a:t>
            </a:r>
          </a:p>
        </p:txBody>
      </p:sp>
    </p:spTree>
    <p:extLst>
      <p:ext uri="{BB962C8B-B14F-4D97-AF65-F5344CB8AC3E}">
        <p14:creationId xmlns:p14="http://schemas.microsoft.com/office/powerpoint/2010/main" val="2915066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ひし形 10">
            <a:extLst>
              <a:ext uri="{FF2B5EF4-FFF2-40B4-BE49-F238E27FC236}">
                <a16:creationId xmlns:a16="http://schemas.microsoft.com/office/drawing/2014/main" id="{655AD815-612A-4C91-90FA-4E5AD2F87DAC}"/>
              </a:ext>
            </a:extLst>
          </p:cNvPr>
          <p:cNvSpPr/>
          <p:nvPr/>
        </p:nvSpPr>
        <p:spPr>
          <a:xfrm>
            <a:off x="4781550" y="3733799"/>
            <a:ext cx="2628900" cy="1171575"/>
          </a:xfrm>
          <a:prstGeom prst="diamond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chemeClr val="tx1"/>
                </a:solidFill>
              </a:rPr>
              <a:t>Ogr_ogr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6D4118B-217C-4284-9C2A-DBF2A1F90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ER</a:t>
            </a:r>
            <a:r>
              <a:rPr kumimoji="1" lang="ja-JP" altLang="en-US" dirty="0"/>
              <a:t>図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22632F2-8094-453F-8D14-B852798CE6E4}"/>
              </a:ext>
            </a:extLst>
          </p:cNvPr>
          <p:cNvSpPr/>
          <p:nvPr/>
        </p:nvSpPr>
        <p:spPr>
          <a:xfrm>
            <a:off x="871537" y="3733798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User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163B906-4BC7-4892-B4B4-91BEBFA9277E}"/>
              </a:ext>
            </a:extLst>
          </p:cNvPr>
          <p:cNvSpPr/>
          <p:nvPr/>
        </p:nvSpPr>
        <p:spPr>
          <a:xfrm>
            <a:off x="8691563" y="3733798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Friend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3EA1082-2BD2-4662-94CD-9253D9175103}"/>
              </a:ext>
            </a:extLst>
          </p:cNvPr>
          <p:cNvSpPr txBox="1"/>
          <p:nvPr/>
        </p:nvSpPr>
        <p:spPr>
          <a:xfrm>
            <a:off x="904875" y="5200650"/>
            <a:ext cx="25622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u="sng" dirty="0" err="1"/>
              <a:t>User_id</a:t>
            </a:r>
            <a:endParaRPr kumimoji="1" lang="en-US" altLang="ja-JP" u="sng" dirty="0"/>
          </a:p>
          <a:p>
            <a:r>
              <a:rPr kumimoji="1" lang="en-US" altLang="ja-JP" dirty="0"/>
              <a:t>Username</a:t>
            </a:r>
          </a:p>
          <a:p>
            <a:r>
              <a:rPr lang="en-US" altLang="ja-JP" dirty="0"/>
              <a:t>Email</a:t>
            </a:r>
          </a:p>
          <a:p>
            <a:r>
              <a:rPr kumimoji="1" lang="en-US" altLang="ja-JP" dirty="0"/>
              <a:t>Password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C69465F-C00F-4EBA-98D1-01E5C8653C12}"/>
              </a:ext>
            </a:extLst>
          </p:cNvPr>
          <p:cNvSpPr txBox="1"/>
          <p:nvPr/>
        </p:nvSpPr>
        <p:spPr>
          <a:xfrm>
            <a:off x="8658225" y="5143500"/>
            <a:ext cx="2562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u="sng" dirty="0" err="1"/>
              <a:t>Friend_id</a:t>
            </a:r>
            <a:endParaRPr kumimoji="1" lang="en-US" altLang="ja-JP" u="sng" dirty="0"/>
          </a:p>
          <a:p>
            <a:r>
              <a:rPr lang="en-US" altLang="ja-JP" dirty="0"/>
              <a:t>name</a:t>
            </a:r>
            <a:endParaRPr kumimoji="1" lang="en-US" altLang="ja-JP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50CAB35-6DBA-429C-AB4F-BD7E25D3E959}"/>
              </a:ext>
            </a:extLst>
          </p:cNvPr>
          <p:cNvSpPr txBox="1"/>
          <p:nvPr/>
        </p:nvSpPr>
        <p:spPr>
          <a:xfrm>
            <a:off x="5000625" y="5085755"/>
            <a:ext cx="25622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u="sng" dirty="0" err="1"/>
              <a:t>Ogr_ogr_id</a:t>
            </a:r>
            <a:endParaRPr kumimoji="1" lang="en-US" altLang="ja-JP" u="sng" dirty="0"/>
          </a:p>
          <a:p>
            <a:r>
              <a:rPr lang="en-US" altLang="ja-JP" dirty="0"/>
              <a:t>Date</a:t>
            </a:r>
          </a:p>
          <a:p>
            <a:r>
              <a:rPr lang="en-US" altLang="ja-JP" dirty="0"/>
              <a:t>Title</a:t>
            </a:r>
          </a:p>
          <a:p>
            <a:r>
              <a:rPr kumimoji="1" lang="en-US" altLang="ja-JP" dirty="0"/>
              <a:t>Money</a:t>
            </a:r>
          </a:p>
          <a:p>
            <a:r>
              <a:rPr lang="en-US" altLang="ja-JP" dirty="0"/>
              <a:t>Detail</a:t>
            </a:r>
          </a:p>
          <a:p>
            <a:r>
              <a:rPr kumimoji="1" lang="en-US" altLang="ja-JP" dirty="0"/>
              <a:t>solution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21BBAFF2-2EEE-4513-A0B6-38C3274A0DDC}"/>
              </a:ext>
            </a:extLst>
          </p:cNvPr>
          <p:cNvCxnSpPr>
            <a:stCxn id="4" idx="3"/>
            <a:endCxn id="11" idx="1"/>
          </p:cNvCxnSpPr>
          <p:nvPr/>
        </p:nvCxnSpPr>
        <p:spPr>
          <a:xfrm>
            <a:off x="3500437" y="4319586"/>
            <a:ext cx="1281113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1F393571-5309-4E07-BB44-36F7EC50501A}"/>
              </a:ext>
            </a:extLst>
          </p:cNvPr>
          <p:cNvCxnSpPr>
            <a:stCxn id="11" idx="3"/>
            <a:endCxn id="6" idx="1"/>
          </p:cNvCxnSpPr>
          <p:nvPr/>
        </p:nvCxnSpPr>
        <p:spPr>
          <a:xfrm flipV="1">
            <a:off x="7410450" y="4319586"/>
            <a:ext cx="1281113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ひし形 15">
            <a:extLst>
              <a:ext uri="{FF2B5EF4-FFF2-40B4-BE49-F238E27FC236}">
                <a16:creationId xmlns:a16="http://schemas.microsoft.com/office/drawing/2014/main" id="{9DCADDFF-39B4-429C-B0AA-96D02C6B166A}"/>
              </a:ext>
            </a:extLst>
          </p:cNvPr>
          <p:cNvSpPr/>
          <p:nvPr/>
        </p:nvSpPr>
        <p:spPr>
          <a:xfrm>
            <a:off x="4748212" y="1796654"/>
            <a:ext cx="2628900" cy="1171575"/>
          </a:xfrm>
          <a:prstGeom prst="diamond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friends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F0756BF9-FD8E-4CE5-B842-16B6A00E0546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500437" y="2382442"/>
            <a:ext cx="1247775" cy="1351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9839F64-5798-45A6-A7DF-BC586968BAFC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7377112" y="2382442"/>
            <a:ext cx="1314451" cy="13513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048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2DE5C4-0BB2-4E10-BF9B-F4F6238E4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フローチャート（ログイン・新規作成）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48C1B99-F367-454A-AB9D-AFA36F41E8DE}"/>
              </a:ext>
            </a:extLst>
          </p:cNvPr>
          <p:cNvSpPr/>
          <p:nvPr/>
        </p:nvSpPr>
        <p:spPr>
          <a:xfrm>
            <a:off x="904875" y="2257425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Top</a:t>
            </a:r>
            <a:r>
              <a:rPr lang="ja-JP" altLang="en-US" dirty="0">
                <a:solidFill>
                  <a:schemeClr val="tx1"/>
                </a:solidFill>
              </a:rPr>
              <a:t>画面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BCC27611-B871-4B4F-9D86-887BA96F834D}"/>
              </a:ext>
            </a:extLst>
          </p:cNvPr>
          <p:cNvSpPr/>
          <p:nvPr/>
        </p:nvSpPr>
        <p:spPr>
          <a:xfrm>
            <a:off x="3724275" y="2647950"/>
            <a:ext cx="1133475" cy="3524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EEE6CA5-F959-4C55-8FA0-71EE906737A8}"/>
              </a:ext>
            </a:extLst>
          </p:cNvPr>
          <p:cNvSpPr/>
          <p:nvPr/>
        </p:nvSpPr>
        <p:spPr>
          <a:xfrm>
            <a:off x="5048250" y="2257425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新規作成</a:t>
            </a:r>
            <a:r>
              <a:rPr kumimoji="1" lang="ja-JP" altLang="en-US" dirty="0">
                <a:solidFill>
                  <a:schemeClr val="tx1"/>
                </a:solidFill>
              </a:rPr>
              <a:t>画面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7829D25-7869-454E-8FB0-D3902C920732}"/>
              </a:ext>
            </a:extLst>
          </p:cNvPr>
          <p:cNvSpPr/>
          <p:nvPr/>
        </p:nvSpPr>
        <p:spPr>
          <a:xfrm>
            <a:off x="904875" y="4695825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ログイン画面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83F6A99-F02B-4FA0-9F43-59C98114B1E8}"/>
              </a:ext>
            </a:extLst>
          </p:cNvPr>
          <p:cNvSpPr/>
          <p:nvPr/>
        </p:nvSpPr>
        <p:spPr>
          <a:xfrm>
            <a:off x="5048250" y="4695825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ホーム画面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A7F3828C-4AA2-4682-9FC5-9E85861CE043}"/>
              </a:ext>
            </a:extLst>
          </p:cNvPr>
          <p:cNvSpPr/>
          <p:nvPr/>
        </p:nvSpPr>
        <p:spPr>
          <a:xfrm>
            <a:off x="3776662" y="5105399"/>
            <a:ext cx="1133475" cy="3524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BE9B4885-D489-4C59-BB7C-8AD83A6D788C}"/>
              </a:ext>
            </a:extLst>
          </p:cNvPr>
          <p:cNvSpPr/>
          <p:nvPr/>
        </p:nvSpPr>
        <p:spPr>
          <a:xfrm rot="5400000">
            <a:off x="1854994" y="3871912"/>
            <a:ext cx="72866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1C4DCE7C-F757-43B5-98F3-93B52D43C08B}"/>
              </a:ext>
            </a:extLst>
          </p:cNvPr>
          <p:cNvSpPr/>
          <p:nvPr/>
        </p:nvSpPr>
        <p:spPr>
          <a:xfrm rot="5400000">
            <a:off x="5998369" y="3877865"/>
            <a:ext cx="72866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矢印: 上カーブ 17">
            <a:extLst>
              <a:ext uri="{FF2B5EF4-FFF2-40B4-BE49-F238E27FC236}">
                <a16:creationId xmlns:a16="http://schemas.microsoft.com/office/drawing/2014/main" id="{8F585F0D-37E2-4BBC-B867-25B8E688CCDD}"/>
              </a:ext>
            </a:extLst>
          </p:cNvPr>
          <p:cNvSpPr/>
          <p:nvPr/>
        </p:nvSpPr>
        <p:spPr>
          <a:xfrm rot="15576728">
            <a:off x="7852887" y="2456524"/>
            <a:ext cx="860373" cy="68697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9" name="矢印: 上カーブ 18">
            <a:extLst>
              <a:ext uri="{FF2B5EF4-FFF2-40B4-BE49-F238E27FC236}">
                <a16:creationId xmlns:a16="http://schemas.microsoft.com/office/drawing/2014/main" id="{1F4F8F6D-225A-40C1-A806-A66122B486D9}"/>
              </a:ext>
            </a:extLst>
          </p:cNvPr>
          <p:cNvSpPr/>
          <p:nvPr/>
        </p:nvSpPr>
        <p:spPr>
          <a:xfrm>
            <a:off x="1789139" y="6076241"/>
            <a:ext cx="860373" cy="59358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CC92B1C-0390-472F-8EE6-0FABB0832936}"/>
              </a:ext>
            </a:extLst>
          </p:cNvPr>
          <p:cNvSpPr txBox="1"/>
          <p:nvPr/>
        </p:nvSpPr>
        <p:spPr>
          <a:xfrm>
            <a:off x="2649512" y="3848100"/>
            <a:ext cx="112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ログイン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1EC9589-C666-466F-8214-DD1A63C2D59C}"/>
              </a:ext>
            </a:extLst>
          </p:cNvPr>
          <p:cNvSpPr txBox="1"/>
          <p:nvPr/>
        </p:nvSpPr>
        <p:spPr>
          <a:xfrm>
            <a:off x="3724273" y="2307193"/>
            <a:ext cx="112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新規作成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DF59573-95DA-4D19-8FAB-51D510AA4BD7}"/>
              </a:ext>
            </a:extLst>
          </p:cNvPr>
          <p:cNvSpPr txBox="1"/>
          <p:nvPr/>
        </p:nvSpPr>
        <p:spPr>
          <a:xfrm>
            <a:off x="8888997" y="2658546"/>
            <a:ext cx="1417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アカウント作成失敗</a:t>
            </a:r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7D2304D-F4DB-48BD-9850-D6D87C733AE2}"/>
              </a:ext>
            </a:extLst>
          </p:cNvPr>
          <p:cNvSpPr txBox="1"/>
          <p:nvPr/>
        </p:nvSpPr>
        <p:spPr>
          <a:xfrm>
            <a:off x="2716797" y="6136482"/>
            <a:ext cx="1417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ログイン</a:t>
            </a:r>
            <a:endParaRPr lang="en-US" altLang="ja-JP" dirty="0"/>
          </a:p>
          <a:p>
            <a:r>
              <a:rPr lang="ja-JP" altLang="en-US" dirty="0"/>
              <a:t>失敗</a:t>
            </a:r>
            <a:endParaRPr kumimoji="1" lang="ja-JP" altLang="en-US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141D751-9C0B-41D4-9C21-71B0FD975723}"/>
              </a:ext>
            </a:extLst>
          </p:cNvPr>
          <p:cNvSpPr txBox="1"/>
          <p:nvPr/>
        </p:nvSpPr>
        <p:spPr>
          <a:xfrm>
            <a:off x="3547261" y="4711424"/>
            <a:ext cx="1592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ログイン成功</a:t>
            </a:r>
            <a:endParaRPr kumimoji="1" lang="en-US" altLang="ja-JP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956AD8E-A2E7-42BB-A9EA-31C343496F3D}"/>
              </a:ext>
            </a:extLst>
          </p:cNvPr>
          <p:cNvSpPr txBox="1"/>
          <p:nvPr/>
        </p:nvSpPr>
        <p:spPr>
          <a:xfrm>
            <a:off x="6690798" y="3848100"/>
            <a:ext cx="1592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登録成功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1535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257A31-6AA9-48FD-BE2C-F7553DC7D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フローチャート（ログイン後ホーム）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C2DF450-24DF-4DA4-8434-369F855F66AA}"/>
              </a:ext>
            </a:extLst>
          </p:cNvPr>
          <p:cNvSpPr/>
          <p:nvPr/>
        </p:nvSpPr>
        <p:spPr>
          <a:xfrm>
            <a:off x="904875" y="2257425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ホーム画面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(</a:t>
            </a:r>
            <a:r>
              <a:rPr kumimoji="1" lang="ja-JP" altLang="en-US" dirty="0">
                <a:solidFill>
                  <a:schemeClr val="tx1"/>
                </a:solidFill>
              </a:rPr>
              <a:t>一覧カード</a:t>
            </a:r>
            <a:r>
              <a:rPr kumimoji="1" lang="en-US" altLang="ja-JP" dirty="0">
                <a:solidFill>
                  <a:schemeClr val="tx1"/>
                </a:solidFill>
              </a:rPr>
              <a:t>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289D560-DD4E-4C01-A79C-306C5D2A23F9}"/>
              </a:ext>
            </a:extLst>
          </p:cNvPr>
          <p:cNvSpPr/>
          <p:nvPr/>
        </p:nvSpPr>
        <p:spPr>
          <a:xfrm>
            <a:off x="904875" y="4819650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ホーム画面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(</a:t>
            </a:r>
            <a:r>
              <a:rPr lang="ja-JP" altLang="en-US" dirty="0">
                <a:solidFill>
                  <a:schemeClr val="tx1"/>
                </a:solidFill>
              </a:rPr>
              <a:t>一覧テーブル</a:t>
            </a:r>
            <a:r>
              <a:rPr kumimoji="1" lang="en-US" altLang="ja-JP" dirty="0">
                <a:solidFill>
                  <a:schemeClr val="tx1"/>
                </a:solidFill>
              </a:rPr>
              <a:t>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矢印: 右 5">
            <a:extLst>
              <a:ext uri="{FF2B5EF4-FFF2-40B4-BE49-F238E27FC236}">
                <a16:creationId xmlns:a16="http://schemas.microsoft.com/office/drawing/2014/main" id="{0B4787BA-37F8-4CE8-93B5-D405940D81E7}"/>
              </a:ext>
            </a:extLst>
          </p:cNvPr>
          <p:cNvSpPr/>
          <p:nvPr/>
        </p:nvSpPr>
        <p:spPr>
          <a:xfrm rot="5400000">
            <a:off x="1226344" y="3871912"/>
            <a:ext cx="72866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EA933C47-05D9-4320-8D0B-EB20620CB483}"/>
              </a:ext>
            </a:extLst>
          </p:cNvPr>
          <p:cNvSpPr/>
          <p:nvPr/>
        </p:nvSpPr>
        <p:spPr>
          <a:xfrm rot="16200000">
            <a:off x="2588419" y="3871912"/>
            <a:ext cx="72866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C1F67A6-B0BA-4D67-A504-2A59B80067D3}"/>
              </a:ext>
            </a:extLst>
          </p:cNvPr>
          <p:cNvSpPr txBox="1"/>
          <p:nvPr/>
        </p:nvSpPr>
        <p:spPr>
          <a:xfrm>
            <a:off x="341300" y="3877746"/>
            <a:ext cx="112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テーブル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ADE236F-B984-4482-B4A0-AF1FA8DAB357}"/>
              </a:ext>
            </a:extLst>
          </p:cNvPr>
          <p:cNvSpPr txBox="1"/>
          <p:nvPr/>
        </p:nvSpPr>
        <p:spPr>
          <a:xfrm>
            <a:off x="3332150" y="3877746"/>
            <a:ext cx="112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カード</a:t>
            </a:r>
          </a:p>
        </p:txBody>
      </p:sp>
      <p:sp>
        <p:nvSpPr>
          <p:cNvPr id="11" name="右中かっこ 10">
            <a:extLst>
              <a:ext uri="{FF2B5EF4-FFF2-40B4-BE49-F238E27FC236}">
                <a16:creationId xmlns:a16="http://schemas.microsoft.com/office/drawing/2014/main" id="{6A79918A-AB7A-4C88-8897-D60206334F09}"/>
              </a:ext>
            </a:extLst>
          </p:cNvPr>
          <p:cNvSpPr/>
          <p:nvPr/>
        </p:nvSpPr>
        <p:spPr>
          <a:xfrm>
            <a:off x="3857625" y="2257425"/>
            <a:ext cx="1828800" cy="3733800"/>
          </a:xfrm>
          <a:prstGeom prst="rightBrace">
            <a:avLst>
              <a:gd name="adj1" fmla="val 22396"/>
              <a:gd name="adj2" fmla="val 19642"/>
            </a:avLst>
          </a:prstGeom>
          <a:noFill/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92E59F6-DAF1-4E05-B5F4-404129A9290F}"/>
              </a:ext>
            </a:extLst>
          </p:cNvPr>
          <p:cNvSpPr/>
          <p:nvPr/>
        </p:nvSpPr>
        <p:spPr>
          <a:xfrm>
            <a:off x="5876925" y="2257425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ホーム画面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B29D8C4-9B24-4FF5-A8E7-412BB3C879F0}"/>
              </a:ext>
            </a:extLst>
          </p:cNvPr>
          <p:cNvSpPr/>
          <p:nvPr/>
        </p:nvSpPr>
        <p:spPr>
          <a:xfrm>
            <a:off x="9324975" y="4895850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マイページ画面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A0C8B1E-6751-49C6-B29B-FAD7E9B4768A}"/>
              </a:ext>
            </a:extLst>
          </p:cNvPr>
          <p:cNvSpPr/>
          <p:nvPr/>
        </p:nvSpPr>
        <p:spPr>
          <a:xfrm>
            <a:off x="5876925" y="4895850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記録の追加画面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C00702CB-BE2A-47F4-8C5D-82556367DDFE}"/>
              </a:ext>
            </a:extLst>
          </p:cNvPr>
          <p:cNvSpPr/>
          <p:nvPr/>
        </p:nvSpPr>
        <p:spPr>
          <a:xfrm rot="5400000">
            <a:off x="6226969" y="3933825"/>
            <a:ext cx="72866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354D2C36-C4DD-4DF9-97DA-5A26357349A0}"/>
              </a:ext>
            </a:extLst>
          </p:cNvPr>
          <p:cNvSpPr/>
          <p:nvPr/>
        </p:nvSpPr>
        <p:spPr>
          <a:xfrm rot="3109859">
            <a:off x="8545324" y="4122810"/>
            <a:ext cx="896404" cy="3780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D389B84-364C-4361-9091-CD57F99DAA2E}"/>
              </a:ext>
            </a:extLst>
          </p:cNvPr>
          <p:cNvSpPr txBox="1"/>
          <p:nvPr/>
        </p:nvSpPr>
        <p:spPr>
          <a:xfrm>
            <a:off x="5122850" y="3901797"/>
            <a:ext cx="112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記録追加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B4E1A0E-41FF-4FE3-9313-0185C0F27FB5}"/>
              </a:ext>
            </a:extLst>
          </p:cNvPr>
          <p:cNvSpPr txBox="1"/>
          <p:nvPr/>
        </p:nvSpPr>
        <p:spPr>
          <a:xfrm>
            <a:off x="7599448" y="4341524"/>
            <a:ext cx="1392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マイページ</a:t>
            </a:r>
            <a:endParaRPr kumimoji="1" lang="ja-JP" altLang="en-US" dirty="0"/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40394AE7-3003-434C-9AFA-A87DEB99F4FC}"/>
              </a:ext>
            </a:extLst>
          </p:cNvPr>
          <p:cNvSpPr/>
          <p:nvPr/>
        </p:nvSpPr>
        <p:spPr>
          <a:xfrm rot="16200000">
            <a:off x="7076294" y="3895963"/>
            <a:ext cx="72866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1C1B011-11CB-4A2B-ACB1-44C256D78F55}"/>
              </a:ext>
            </a:extLst>
          </p:cNvPr>
          <p:cNvSpPr txBox="1"/>
          <p:nvPr/>
        </p:nvSpPr>
        <p:spPr>
          <a:xfrm>
            <a:off x="7648575" y="3881199"/>
            <a:ext cx="112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戻る</a:t>
            </a:r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123FD4C3-BF61-4496-A128-9935EFD499EF}"/>
              </a:ext>
            </a:extLst>
          </p:cNvPr>
          <p:cNvSpPr/>
          <p:nvPr/>
        </p:nvSpPr>
        <p:spPr>
          <a:xfrm rot="13996903">
            <a:off x="8931303" y="3864891"/>
            <a:ext cx="896404" cy="3780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4569B80-D95C-4083-9D70-19915E5D2DCB}"/>
              </a:ext>
            </a:extLst>
          </p:cNvPr>
          <p:cNvSpPr txBox="1"/>
          <p:nvPr/>
        </p:nvSpPr>
        <p:spPr>
          <a:xfrm>
            <a:off x="9695091" y="3877746"/>
            <a:ext cx="776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戻る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AEDC96C-C5FA-4DE0-8D71-05DCFADED5C8}"/>
              </a:ext>
            </a:extLst>
          </p:cNvPr>
          <p:cNvSpPr/>
          <p:nvPr/>
        </p:nvSpPr>
        <p:spPr>
          <a:xfrm>
            <a:off x="9341235" y="2210455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記録詳細画面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28" name="矢印: 右 27">
            <a:extLst>
              <a:ext uri="{FF2B5EF4-FFF2-40B4-BE49-F238E27FC236}">
                <a16:creationId xmlns:a16="http://schemas.microsoft.com/office/drawing/2014/main" id="{A8EA3D54-7A8E-476A-98C3-0C3324425224}"/>
              </a:ext>
            </a:extLst>
          </p:cNvPr>
          <p:cNvSpPr/>
          <p:nvPr/>
        </p:nvSpPr>
        <p:spPr>
          <a:xfrm>
            <a:off x="8585392" y="2407894"/>
            <a:ext cx="676275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C982B9DC-873F-468D-A1F7-560983699F75}"/>
              </a:ext>
            </a:extLst>
          </p:cNvPr>
          <p:cNvSpPr/>
          <p:nvPr/>
        </p:nvSpPr>
        <p:spPr>
          <a:xfrm rot="10800000">
            <a:off x="8585392" y="2927830"/>
            <a:ext cx="676275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8C1FFAF-9C2F-47D5-82D0-27D76B91C403}"/>
              </a:ext>
            </a:extLst>
          </p:cNvPr>
          <p:cNvSpPr txBox="1"/>
          <p:nvPr/>
        </p:nvSpPr>
        <p:spPr>
          <a:xfrm>
            <a:off x="8657374" y="3314350"/>
            <a:ext cx="776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戻る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01BC2E8-6228-4845-88A3-F475FC335F6B}"/>
              </a:ext>
            </a:extLst>
          </p:cNvPr>
          <p:cNvSpPr txBox="1"/>
          <p:nvPr/>
        </p:nvSpPr>
        <p:spPr>
          <a:xfrm>
            <a:off x="8585392" y="1942476"/>
            <a:ext cx="776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詳細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86264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9AEF92-5EBD-4A0C-8C3A-8D2764CA5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フローチャート（記録の詳細）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3E6B840-4E6E-48D0-AE8D-04457495ACAD}"/>
              </a:ext>
            </a:extLst>
          </p:cNvPr>
          <p:cNvSpPr/>
          <p:nvPr/>
        </p:nvSpPr>
        <p:spPr>
          <a:xfrm>
            <a:off x="904875" y="2257425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記録の詳細画面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515FDD8-8463-44E8-9438-C0FB34BA2B72}"/>
              </a:ext>
            </a:extLst>
          </p:cNvPr>
          <p:cNvSpPr/>
          <p:nvPr/>
        </p:nvSpPr>
        <p:spPr>
          <a:xfrm>
            <a:off x="904875" y="4819650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記録編集画面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62EBAA1-D03F-4A39-B6FF-050515D7C481}"/>
              </a:ext>
            </a:extLst>
          </p:cNvPr>
          <p:cNvSpPr/>
          <p:nvPr/>
        </p:nvSpPr>
        <p:spPr>
          <a:xfrm>
            <a:off x="5562600" y="3543300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ホーム画面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637D4F78-8A07-41CD-9065-8EFF98AAF4CA}"/>
              </a:ext>
            </a:extLst>
          </p:cNvPr>
          <p:cNvSpPr/>
          <p:nvPr/>
        </p:nvSpPr>
        <p:spPr>
          <a:xfrm rot="5400000">
            <a:off x="1854994" y="3871912"/>
            <a:ext cx="72866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3154E61-AE86-4F62-9316-295BC3CC7A05}"/>
              </a:ext>
            </a:extLst>
          </p:cNvPr>
          <p:cNvSpPr txBox="1"/>
          <p:nvPr/>
        </p:nvSpPr>
        <p:spPr>
          <a:xfrm>
            <a:off x="989000" y="3877746"/>
            <a:ext cx="112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編集</a:t>
            </a:r>
          </a:p>
        </p:txBody>
      </p:sp>
      <p:sp>
        <p:nvSpPr>
          <p:cNvPr id="10" name="矢印: 上カーブ 9">
            <a:extLst>
              <a:ext uri="{FF2B5EF4-FFF2-40B4-BE49-F238E27FC236}">
                <a16:creationId xmlns:a16="http://schemas.microsoft.com/office/drawing/2014/main" id="{E2A12E52-B225-4860-9D4D-3D1FACC182CA}"/>
              </a:ext>
            </a:extLst>
          </p:cNvPr>
          <p:cNvSpPr/>
          <p:nvPr/>
        </p:nvSpPr>
        <p:spPr>
          <a:xfrm rot="14319085">
            <a:off x="3433287" y="1694863"/>
            <a:ext cx="860373" cy="68697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6C42D6B-14CF-41A6-83B8-136380929FB9}"/>
              </a:ext>
            </a:extLst>
          </p:cNvPr>
          <p:cNvSpPr txBox="1"/>
          <p:nvPr/>
        </p:nvSpPr>
        <p:spPr>
          <a:xfrm>
            <a:off x="4454500" y="1649848"/>
            <a:ext cx="164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解決・未解決</a:t>
            </a:r>
            <a:endParaRPr kumimoji="1" lang="ja-JP" altLang="en-US" dirty="0"/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3FEBB853-F6C2-4E0C-A559-9A11D06304DF}"/>
              </a:ext>
            </a:extLst>
          </p:cNvPr>
          <p:cNvSpPr/>
          <p:nvPr/>
        </p:nvSpPr>
        <p:spPr>
          <a:xfrm rot="810628">
            <a:off x="4004575" y="3344121"/>
            <a:ext cx="1214087" cy="5740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43D5FF19-E9FA-4AB8-A48C-1A2F25720392}"/>
              </a:ext>
            </a:extLst>
          </p:cNvPr>
          <p:cNvSpPr/>
          <p:nvPr/>
        </p:nvSpPr>
        <p:spPr>
          <a:xfrm rot="20385021">
            <a:off x="4019250" y="4637005"/>
            <a:ext cx="1281919" cy="598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81A7056-3B33-4F86-A03B-391C03553878}"/>
              </a:ext>
            </a:extLst>
          </p:cNvPr>
          <p:cNvSpPr txBox="1"/>
          <p:nvPr/>
        </p:nvSpPr>
        <p:spPr>
          <a:xfrm>
            <a:off x="4544364" y="2885837"/>
            <a:ext cx="164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削除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CE55357-27AA-432A-AC1F-42F0E34E605E}"/>
              </a:ext>
            </a:extLst>
          </p:cNvPr>
          <p:cNvSpPr txBox="1"/>
          <p:nvPr/>
        </p:nvSpPr>
        <p:spPr>
          <a:xfrm>
            <a:off x="4546043" y="5386386"/>
            <a:ext cx="1639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ホームに戻る</a:t>
            </a:r>
            <a:endParaRPr lang="en-US" altLang="ja-JP" dirty="0"/>
          </a:p>
          <a:p>
            <a:r>
              <a:rPr kumimoji="1" lang="ja-JP" altLang="en-US" dirty="0"/>
              <a:t>　　＆</a:t>
            </a:r>
            <a:endParaRPr kumimoji="1" lang="en-US" altLang="ja-JP" dirty="0"/>
          </a:p>
          <a:p>
            <a:r>
              <a:rPr lang="ja-JP" altLang="en-US" dirty="0"/>
              <a:t>編集内容送信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77136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E3ABF0-D0B4-4C1E-A332-DE754F5DD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フローチャート（記録の追加）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2BD3F55-1C80-48B0-BFD3-EC306C124702}"/>
              </a:ext>
            </a:extLst>
          </p:cNvPr>
          <p:cNvSpPr/>
          <p:nvPr/>
        </p:nvSpPr>
        <p:spPr>
          <a:xfrm>
            <a:off x="8724902" y="2257423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ホーム画面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953869F-C25B-4359-AE46-57287CF382DA}"/>
              </a:ext>
            </a:extLst>
          </p:cNvPr>
          <p:cNvSpPr/>
          <p:nvPr/>
        </p:nvSpPr>
        <p:spPr>
          <a:xfrm>
            <a:off x="838200" y="2257423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記録の追加画面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C7A151B-9F08-4ED0-876F-70839ED86119}"/>
              </a:ext>
            </a:extLst>
          </p:cNvPr>
          <p:cNvSpPr/>
          <p:nvPr/>
        </p:nvSpPr>
        <p:spPr>
          <a:xfrm>
            <a:off x="4686300" y="2257424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友人追加画面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8AA9B2A-2AA6-48AB-8460-CFAEC6610759}"/>
              </a:ext>
            </a:extLst>
          </p:cNvPr>
          <p:cNvSpPr/>
          <p:nvPr/>
        </p:nvSpPr>
        <p:spPr>
          <a:xfrm>
            <a:off x="838200" y="4848224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ホーム画面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89472F3B-B95E-4F1F-BB41-BB91E8CFC769}"/>
              </a:ext>
            </a:extLst>
          </p:cNvPr>
          <p:cNvSpPr/>
          <p:nvPr/>
        </p:nvSpPr>
        <p:spPr>
          <a:xfrm rot="5400000">
            <a:off x="1226344" y="3948111"/>
            <a:ext cx="72866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0240EAF2-5307-4FA2-ADF6-812B9C4D7C6F}"/>
              </a:ext>
            </a:extLst>
          </p:cNvPr>
          <p:cNvSpPr/>
          <p:nvPr/>
        </p:nvSpPr>
        <p:spPr>
          <a:xfrm rot="16200000">
            <a:off x="2283619" y="3948111"/>
            <a:ext cx="72866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8613893-5D41-4368-BD86-E9CDF40184FB}"/>
              </a:ext>
            </a:extLst>
          </p:cNvPr>
          <p:cNvSpPr txBox="1"/>
          <p:nvPr/>
        </p:nvSpPr>
        <p:spPr>
          <a:xfrm>
            <a:off x="114300" y="3877746"/>
            <a:ext cx="135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内容の送信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87C3EDC-D0C1-4B0D-98A5-D93FACE306F8}"/>
              </a:ext>
            </a:extLst>
          </p:cNvPr>
          <p:cNvSpPr txBox="1"/>
          <p:nvPr/>
        </p:nvSpPr>
        <p:spPr>
          <a:xfrm>
            <a:off x="3019426" y="3877746"/>
            <a:ext cx="112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記録追加</a:t>
            </a: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F4E0497E-205B-4AAA-9E19-DBBFC5B01862}"/>
              </a:ext>
            </a:extLst>
          </p:cNvPr>
          <p:cNvSpPr/>
          <p:nvPr/>
        </p:nvSpPr>
        <p:spPr>
          <a:xfrm>
            <a:off x="3652837" y="2647950"/>
            <a:ext cx="847725" cy="332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6668CC3-DBCD-4E34-8C19-6EEEFF50E854}"/>
              </a:ext>
            </a:extLst>
          </p:cNvPr>
          <p:cNvSpPr txBox="1"/>
          <p:nvPr/>
        </p:nvSpPr>
        <p:spPr>
          <a:xfrm>
            <a:off x="3513124" y="2248433"/>
            <a:ext cx="112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友人</a:t>
            </a:r>
            <a:r>
              <a:rPr kumimoji="1" lang="ja-JP" altLang="en-US" dirty="0"/>
              <a:t>追加</a:t>
            </a:r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1C926771-07EE-4C0E-AF2F-F92E97143E2C}"/>
              </a:ext>
            </a:extLst>
          </p:cNvPr>
          <p:cNvSpPr/>
          <p:nvPr/>
        </p:nvSpPr>
        <p:spPr>
          <a:xfrm>
            <a:off x="7596188" y="2677058"/>
            <a:ext cx="847725" cy="332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矢印: 上カーブ 15">
            <a:extLst>
              <a:ext uri="{FF2B5EF4-FFF2-40B4-BE49-F238E27FC236}">
                <a16:creationId xmlns:a16="http://schemas.microsoft.com/office/drawing/2014/main" id="{B9CFBCF1-E65A-4012-A034-B5AD857A6C34}"/>
              </a:ext>
            </a:extLst>
          </p:cNvPr>
          <p:cNvSpPr/>
          <p:nvPr/>
        </p:nvSpPr>
        <p:spPr>
          <a:xfrm>
            <a:off x="7058278" y="3785820"/>
            <a:ext cx="2320416" cy="106347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4E1229C-A6F3-4DF6-A179-83CEFDF3190B}"/>
              </a:ext>
            </a:extLst>
          </p:cNvPr>
          <p:cNvSpPr txBox="1"/>
          <p:nvPr/>
        </p:nvSpPr>
        <p:spPr>
          <a:xfrm>
            <a:off x="7456476" y="2230219"/>
            <a:ext cx="112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追加成功</a:t>
            </a:r>
            <a:endParaRPr kumimoji="1" lang="en-US" altLang="ja-JP" dirty="0"/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99259FD2-E66F-4C60-A5AB-F96A73161FCE}"/>
              </a:ext>
            </a:extLst>
          </p:cNvPr>
          <p:cNvSpPr/>
          <p:nvPr/>
        </p:nvSpPr>
        <p:spPr>
          <a:xfrm rot="5400000">
            <a:off x="5576322" y="3984653"/>
            <a:ext cx="72866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18E22FB-5975-4F19-BADE-81EC6A7F2163}"/>
              </a:ext>
            </a:extLst>
          </p:cNvPr>
          <p:cNvSpPr/>
          <p:nvPr/>
        </p:nvSpPr>
        <p:spPr>
          <a:xfrm>
            <a:off x="4686300" y="4863989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エラー表示画面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5CD0D2A-B69A-4AC7-AD1F-AD7D098738FA}"/>
              </a:ext>
            </a:extLst>
          </p:cNvPr>
          <p:cNvSpPr txBox="1"/>
          <p:nvPr/>
        </p:nvSpPr>
        <p:spPr>
          <a:xfrm>
            <a:off x="4510126" y="3877746"/>
            <a:ext cx="112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重複登録</a:t>
            </a:r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FE57143-2AD4-43F1-81EF-254C217990E0}"/>
              </a:ext>
            </a:extLst>
          </p:cNvPr>
          <p:cNvSpPr txBox="1"/>
          <p:nvPr/>
        </p:nvSpPr>
        <p:spPr>
          <a:xfrm>
            <a:off x="9223830" y="4354818"/>
            <a:ext cx="1127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ホームに戻る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81760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6E28D6-F701-471D-9027-8562ACA33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フローチャート（マイページ）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7E20675-2819-4328-9218-83838E2A7F06}"/>
              </a:ext>
            </a:extLst>
          </p:cNvPr>
          <p:cNvSpPr/>
          <p:nvPr/>
        </p:nvSpPr>
        <p:spPr>
          <a:xfrm>
            <a:off x="838200" y="3602037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マイページ画面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E545567-EB69-4464-AEA3-C6B2B94BC05E}"/>
              </a:ext>
            </a:extLst>
          </p:cNvPr>
          <p:cNvSpPr/>
          <p:nvPr/>
        </p:nvSpPr>
        <p:spPr>
          <a:xfrm>
            <a:off x="4867275" y="3602038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友人追加画面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A9E8848-4AA8-4A75-B235-6E6D941C8945}"/>
              </a:ext>
            </a:extLst>
          </p:cNvPr>
          <p:cNvSpPr/>
          <p:nvPr/>
        </p:nvSpPr>
        <p:spPr>
          <a:xfrm>
            <a:off x="4867275" y="1690688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友人一覧画面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8852FDF-7B8E-44A2-9DFB-7DA90C1902A9}"/>
              </a:ext>
            </a:extLst>
          </p:cNvPr>
          <p:cNvSpPr/>
          <p:nvPr/>
        </p:nvSpPr>
        <p:spPr>
          <a:xfrm>
            <a:off x="4867275" y="5513388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各種設定一覧画面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965E739F-F6F4-4179-9964-49B863634AE7}"/>
              </a:ext>
            </a:extLst>
          </p:cNvPr>
          <p:cNvSpPr/>
          <p:nvPr/>
        </p:nvSpPr>
        <p:spPr>
          <a:xfrm>
            <a:off x="3802856" y="3997324"/>
            <a:ext cx="72866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63FF7748-FB0D-40EB-BCE9-E09F2E2268D4}"/>
              </a:ext>
            </a:extLst>
          </p:cNvPr>
          <p:cNvSpPr/>
          <p:nvPr/>
        </p:nvSpPr>
        <p:spPr>
          <a:xfrm rot="20088235">
            <a:off x="3849291" y="2908890"/>
            <a:ext cx="72866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217F33FD-914B-4991-B74B-D971C1A806B2}"/>
              </a:ext>
            </a:extLst>
          </p:cNvPr>
          <p:cNvSpPr/>
          <p:nvPr/>
        </p:nvSpPr>
        <p:spPr>
          <a:xfrm rot="2217891">
            <a:off x="3802856" y="5045074"/>
            <a:ext cx="72866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030E597-AAE7-4981-B56A-A257C0C82498}"/>
              </a:ext>
            </a:extLst>
          </p:cNvPr>
          <p:cNvSpPr txBox="1"/>
          <p:nvPr/>
        </p:nvSpPr>
        <p:spPr>
          <a:xfrm>
            <a:off x="3467100" y="3627992"/>
            <a:ext cx="135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友人の追加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D2FB71A-CF04-4A99-9BF8-C7A70847BDBD}"/>
              </a:ext>
            </a:extLst>
          </p:cNvPr>
          <p:cNvSpPr txBox="1"/>
          <p:nvPr/>
        </p:nvSpPr>
        <p:spPr>
          <a:xfrm>
            <a:off x="3513125" y="5606866"/>
            <a:ext cx="135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表示済み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D7FC432-BD2C-4F8B-827C-BA848012160D}"/>
              </a:ext>
            </a:extLst>
          </p:cNvPr>
          <p:cNvSpPr txBox="1"/>
          <p:nvPr/>
        </p:nvSpPr>
        <p:spPr>
          <a:xfrm>
            <a:off x="3177368" y="2460480"/>
            <a:ext cx="135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表示済み</a:t>
            </a:r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AA2830C0-1811-4797-8FC7-6C479A264B5F}"/>
              </a:ext>
            </a:extLst>
          </p:cNvPr>
          <p:cNvSpPr/>
          <p:nvPr/>
        </p:nvSpPr>
        <p:spPr>
          <a:xfrm>
            <a:off x="8070056" y="2087840"/>
            <a:ext cx="72866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FCB22F9-499C-4A7F-B75B-41A4AE3B6CA9}"/>
              </a:ext>
            </a:extLst>
          </p:cNvPr>
          <p:cNvSpPr/>
          <p:nvPr/>
        </p:nvSpPr>
        <p:spPr>
          <a:xfrm>
            <a:off x="9372599" y="1690688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友人詳細画面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lang="en-US" altLang="ja-JP" dirty="0">
                <a:solidFill>
                  <a:schemeClr val="tx1"/>
                </a:solidFill>
              </a:rPr>
              <a:t>(</a:t>
            </a:r>
            <a:r>
              <a:rPr lang="ja-JP" altLang="en-US" dirty="0">
                <a:solidFill>
                  <a:schemeClr val="tx1"/>
                </a:solidFill>
              </a:rPr>
              <a:t>現在の</a:t>
            </a:r>
            <a:r>
              <a:rPr lang="en-US" altLang="ja-JP" dirty="0">
                <a:solidFill>
                  <a:schemeClr val="tx1"/>
                </a:solidFill>
              </a:rPr>
              <a:t>±</a:t>
            </a:r>
            <a:r>
              <a:rPr lang="ja-JP" altLang="en-US" dirty="0">
                <a:solidFill>
                  <a:schemeClr val="tx1"/>
                </a:solidFill>
              </a:rPr>
              <a:t>金額</a:t>
            </a:r>
            <a:endParaRPr lang="en-US" altLang="ja-JP" dirty="0">
              <a:solidFill>
                <a:schemeClr val="tx1"/>
              </a:solidFill>
            </a:endParaRPr>
          </a:p>
          <a:p>
            <a:pPr algn="ctr"/>
            <a:r>
              <a:rPr lang="ja-JP" altLang="en-US" dirty="0">
                <a:solidFill>
                  <a:schemeClr val="tx1"/>
                </a:solidFill>
              </a:rPr>
              <a:t>グラフ表示</a:t>
            </a:r>
            <a:r>
              <a:rPr lang="en-US" altLang="ja-JP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620BF685-D20E-43D9-99D5-A272459315C9}"/>
              </a:ext>
            </a:extLst>
          </p:cNvPr>
          <p:cNvSpPr/>
          <p:nvPr/>
        </p:nvSpPr>
        <p:spPr>
          <a:xfrm>
            <a:off x="8070056" y="4008161"/>
            <a:ext cx="72866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A90B6E5-0C8C-4577-9700-17961B687660}"/>
              </a:ext>
            </a:extLst>
          </p:cNvPr>
          <p:cNvSpPr/>
          <p:nvPr/>
        </p:nvSpPr>
        <p:spPr>
          <a:xfrm>
            <a:off x="9372599" y="3612873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ホーム画面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CE621F9-BE84-4087-85E4-971D068E1ADF}"/>
              </a:ext>
            </a:extLst>
          </p:cNvPr>
          <p:cNvSpPr/>
          <p:nvPr/>
        </p:nvSpPr>
        <p:spPr>
          <a:xfrm>
            <a:off x="9372599" y="5513387"/>
            <a:ext cx="2628900" cy="117157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設定登録画面</a:t>
            </a:r>
            <a:endParaRPr lang="en-US" altLang="ja-JP" dirty="0">
              <a:solidFill>
                <a:schemeClr val="tx1"/>
              </a:solidFill>
            </a:endParaRP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3BBA5453-2C48-44B6-B10F-61849BCC6BF9}"/>
              </a:ext>
            </a:extLst>
          </p:cNvPr>
          <p:cNvSpPr/>
          <p:nvPr/>
        </p:nvSpPr>
        <p:spPr>
          <a:xfrm>
            <a:off x="8070056" y="5917093"/>
            <a:ext cx="72866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9A9C6AAD-5D68-4CF9-B289-81BE534A94B7}"/>
              </a:ext>
            </a:extLst>
          </p:cNvPr>
          <p:cNvSpPr/>
          <p:nvPr/>
        </p:nvSpPr>
        <p:spPr>
          <a:xfrm rot="16200000">
            <a:off x="10455274" y="4967943"/>
            <a:ext cx="463549" cy="3619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ABDC8D8-87B3-42F5-9EF0-59F60D77C675}"/>
              </a:ext>
            </a:extLst>
          </p:cNvPr>
          <p:cNvSpPr txBox="1"/>
          <p:nvPr/>
        </p:nvSpPr>
        <p:spPr>
          <a:xfrm>
            <a:off x="10870795" y="4982646"/>
            <a:ext cx="135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登録成功</a:t>
            </a:r>
          </a:p>
        </p:txBody>
      </p:sp>
      <p:sp>
        <p:nvSpPr>
          <p:cNvPr id="23" name="矢印: 上カーブ 22">
            <a:extLst>
              <a:ext uri="{FF2B5EF4-FFF2-40B4-BE49-F238E27FC236}">
                <a16:creationId xmlns:a16="http://schemas.microsoft.com/office/drawing/2014/main" id="{67420C5F-5503-4ED2-8B52-733557BDF56D}"/>
              </a:ext>
            </a:extLst>
          </p:cNvPr>
          <p:cNvSpPr/>
          <p:nvPr/>
        </p:nvSpPr>
        <p:spPr>
          <a:xfrm rot="8048258">
            <a:off x="8780814" y="5107114"/>
            <a:ext cx="728663" cy="470971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3A94552-5C45-482B-9B55-C448ADE290E0}"/>
              </a:ext>
            </a:extLst>
          </p:cNvPr>
          <p:cNvSpPr txBox="1"/>
          <p:nvPr/>
        </p:nvSpPr>
        <p:spPr>
          <a:xfrm>
            <a:off x="7876720" y="5039010"/>
            <a:ext cx="135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登録失敗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9470EF2-E476-4A5C-9D42-B080EA7E0B82}"/>
              </a:ext>
            </a:extLst>
          </p:cNvPr>
          <p:cNvSpPr txBox="1"/>
          <p:nvPr/>
        </p:nvSpPr>
        <p:spPr>
          <a:xfrm>
            <a:off x="7876720" y="3520370"/>
            <a:ext cx="135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追加</a:t>
            </a:r>
            <a:r>
              <a:rPr kumimoji="1" lang="ja-JP" altLang="en-US" dirty="0"/>
              <a:t>成功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1665508-F659-46E8-BA4D-D8BDB91E7FCA}"/>
              </a:ext>
            </a:extLst>
          </p:cNvPr>
          <p:cNvSpPr txBox="1"/>
          <p:nvPr/>
        </p:nvSpPr>
        <p:spPr>
          <a:xfrm>
            <a:off x="7757312" y="1688204"/>
            <a:ext cx="135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友人の名前</a:t>
            </a:r>
          </a:p>
        </p:txBody>
      </p:sp>
    </p:spTree>
    <p:extLst>
      <p:ext uri="{BB962C8B-B14F-4D97-AF65-F5344CB8AC3E}">
        <p14:creationId xmlns:p14="http://schemas.microsoft.com/office/powerpoint/2010/main" val="2205406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218</Words>
  <Application>Microsoft Office PowerPoint</Application>
  <PresentationFormat>ワイド画面</PresentationFormat>
  <Paragraphs>89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OGR^2 設計資料</vt:lpstr>
      <vt:lpstr>ER図</vt:lpstr>
      <vt:lpstr>フローチャート（ログイン・新規作成）</vt:lpstr>
      <vt:lpstr>フローチャート（ログイン後ホーム）</vt:lpstr>
      <vt:lpstr>フローチャート（記録の詳細）</vt:lpstr>
      <vt:lpstr>フローチャート（記録の追加）</vt:lpstr>
      <vt:lpstr>フローチャート（マイページ）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OGR^2 設計資料</dc:title>
  <dc:creator>松浦 拓哉</dc:creator>
  <cp:lastModifiedBy>松浦 拓哉</cp:lastModifiedBy>
  <cp:revision>12</cp:revision>
  <dcterms:created xsi:type="dcterms:W3CDTF">2021-03-23T07:09:29Z</dcterms:created>
  <dcterms:modified xsi:type="dcterms:W3CDTF">2021-03-25T09:10:03Z</dcterms:modified>
</cp:coreProperties>
</file>